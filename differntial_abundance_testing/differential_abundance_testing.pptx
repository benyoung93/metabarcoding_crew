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3C158-052F-9949-858F-A08F0AFE6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A92C0D-6CAB-E945-B3AA-0D29A742F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CF433-14F6-E64F-94C1-F13BFF601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F2FD3-3B10-9940-B874-444209B99A58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A9F9E-22C3-8A4C-9A44-3121FF62F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D9A74-F646-9A4A-8E9C-F113E5952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0B27-6BD7-B74C-B7D3-C5F1CBF86C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5351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8E9C-F36D-044C-AC4F-90CD9F31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E2B8-8976-D44B-BCD7-4759DE77A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1FD82-6E04-C54E-874A-FCC9ACFDC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F2FD3-3B10-9940-B874-444209B99A58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5A37D-5E49-E144-89F3-E4A6CA578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BC385-0C29-F54F-AF4E-BF927239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0B27-6BD7-B74C-B7D3-C5F1CBF86C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1787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A16BF-6B65-8D48-B6D2-216C759E4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72D57-12B2-8845-89F9-A63930D26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44B2F-87E6-0A49-A725-160EBFC6D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F2FD3-3B10-9940-B874-444209B99A58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1256-B4F1-4349-B71A-F7D95D371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23B9E-C581-F242-B329-AD3661B9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0B27-6BD7-B74C-B7D3-C5F1CBF86C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032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6176B-0814-2E43-A032-568B6A42F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76AA3-60BA-3F4B-BB92-6DE9D23ECA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8F36C-3128-2A4B-8CE1-C180E5547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CDFFF-84C1-3F41-A5CF-EC67C4574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F2FD3-3B10-9940-B874-444209B99A58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FB7EB-FC1E-FB4B-8991-ECE3C4B54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9DBEE-E4A5-C542-9F85-AD0A6098A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0B27-6BD7-B74C-B7D3-C5F1CBF86C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8227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9ECC-303A-7840-A825-C1467E126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49C4F-89BD-4442-8299-9E328FBED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395C3-A9D3-E944-B51B-FA2B259CA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FA498A-A45E-CD4E-9021-4CF7CC9D1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FDC6F3-4B49-5B4B-BFFD-72C7D7F8A1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4A8413-F18E-5C48-8B2B-8F80E473B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F2FD3-3B10-9940-B874-444209B99A58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1C28C-0474-424F-82CB-D902A8A08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95C76-F44D-5042-ACEF-5D9DF0F20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0B27-6BD7-B74C-B7D3-C5F1CBF86C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9549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FEA0-5B7F-234E-BD93-901D5C7F0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D423A0-2F1C-894B-A57D-6BAEB746B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F2FD3-3B10-9940-B874-444209B99A58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C1EA8A-43A7-944C-8F7B-33DCEECE6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5D4CC-A12F-A946-9D5B-D2315EFB7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0B27-6BD7-B74C-B7D3-C5F1CBF86C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960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73F531-4A27-1B4D-89CB-A8AA84EB1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F2FD3-3B10-9940-B874-444209B99A58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5BEB7D-2C0D-7E4D-996B-FE7D0ED3B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0B959-8942-454F-A1D4-7D70F8C0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0B27-6BD7-B74C-B7D3-C5F1CBF86C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685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A8126-0AF5-D043-9605-175E65BFE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A1F5D-71FE-9044-A43A-3AE718C0E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66068-06C5-8643-8092-013D1CCA9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6B3DD-1E1D-9348-9C4F-45D392605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F2FD3-3B10-9940-B874-444209B99A58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F9FF2-CDD7-9F47-80D7-615F356C6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F2D94-ABF2-CD4D-B144-80C21E363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0B27-6BD7-B74C-B7D3-C5F1CBF86C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8811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FC8C5-C1BD-8F47-8DF7-CA283AEB3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84A309-7338-9549-A95D-98DDAB95B2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53B116-DF2D-C64A-BB3C-534C94B0F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C2FA7F-82FE-9843-B3CB-AEB69721C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F2FD3-3B10-9940-B874-444209B99A58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72764-8E4A-A541-9C9F-5C643818F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ABCD-38B6-034E-B044-08E2749D3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0B27-6BD7-B74C-B7D3-C5F1CBF86C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41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E4FA2-C876-7B45-A138-82E8F68A8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F77A1-7FCF-0344-A958-109D586E4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AEC0C-085A-9048-83F3-40FD96A5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F2FD3-3B10-9940-B874-444209B99A58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7CE1E-4309-124C-9DB1-B0944A613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F563B-9768-F049-B6D7-EC7D869BD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0B27-6BD7-B74C-B7D3-C5F1CBF86C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61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8329DF-AF41-6E47-8EAB-AA0D004F8A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FF9EA-A00E-C143-A703-B18118B21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4C9BD-B85D-F441-B29C-99294C932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F2FD3-3B10-9940-B874-444209B99A58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80BC5-294C-F447-AA1B-5D961C58D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1746B-6A5F-544E-AA02-4EF8A8E3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30B27-6BD7-B74C-B7D3-C5F1CBF86C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6652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4ACCD7-4699-1A40-995D-F377CD947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09470-218B-9844-AEF2-2D89BCE7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08422-29CB-0345-B06C-0E691F397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2F2FD3-3B10-9940-B874-444209B99A58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25996-7B50-6142-993B-6D1CF36416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F673F-FC78-A747-8A8F-F16A9A3DA6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30B27-6BD7-B74C-B7D3-C5F1CBF86C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08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74750-D9DF-3840-A19A-CC30AD3605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Differential Abundance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738518-B173-A040-8441-E1986D6BB0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3512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37D3A-9DF1-CD41-96ED-2CAC76029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439A1-99DC-6A48-8D7B-B8CC8E6C1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DeSeq2</a:t>
            </a:r>
          </a:p>
          <a:p>
            <a:r>
              <a:rPr lang="en-GB" dirty="0"/>
              <a:t>(EdgeR)</a:t>
            </a:r>
          </a:p>
          <a:p>
            <a:r>
              <a:rPr lang="en-GB" dirty="0" err="1"/>
              <a:t>Dacomp</a:t>
            </a:r>
            <a:endParaRPr lang="en-GB" dirty="0"/>
          </a:p>
          <a:p>
            <a:r>
              <a:rPr lang="en-GB" dirty="0" err="1"/>
              <a:t>MetamicorbiomeR</a:t>
            </a:r>
            <a:endParaRPr lang="en-GB" dirty="0"/>
          </a:p>
          <a:p>
            <a:r>
              <a:rPr lang="en-GB"/>
              <a:t>MetagenomeSeq</a:t>
            </a:r>
            <a:endParaRPr lang="en-GB" dirty="0"/>
          </a:p>
          <a:p>
            <a:r>
              <a:rPr lang="en-GB" dirty="0"/>
              <a:t>ANCOM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6252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12</Words>
  <Application>Microsoft Macintosh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Differential Abundance Testing</vt:lpstr>
      <vt:lpstr>Programs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Differential Abundance Testing</dc:title>
  <dc:creator>Young, Benjamin Douglas</dc:creator>
  <cp:lastModifiedBy>Young, Benjamin Douglas</cp:lastModifiedBy>
  <cp:revision>2</cp:revision>
  <dcterms:created xsi:type="dcterms:W3CDTF">2021-03-25T13:57:31Z</dcterms:created>
  <dcterms:modified xsi:type="dcterms:W3CDTF">2021-03-25T14:44:06Z</dcterms:modified>
</cp:coreProperties>
</file>